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274" y="10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OEX — Online Examination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BCCEE"/>
                </a:solidFill>
                <a:latin typeface="Times New Roman"/>
              </a:rPr>
              <a:t>Hệ thống thi trắc nghiệm trực tuyến — Tạo đề · Gán bài · Làm bài · Chấm tự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imes New Roman"/>
              </a:rPr>
              <a:t>Sinh viên: Hồ Tiến Huy  ·  MSSV: K23DTCN138  ·  Lớp: DTCXN02-K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ABBDD"/>
                </a:solidFill>
                <a:latin typeface="Times New Roman"/>
              </a:rPr>
              <a:t>Môn: Phát triển phần mềm hướng dịch vụ  ·  GVHD: Huỳnh Trung Trụ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899BB"/>
                </a:solidFill>
                <a:latin typeface="Times New Roman"/>
              </a:rPr>
              <a:t>Học viện Công nghệ Bưu chính Viễn thông  ·  TP.HCM, 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Tổng quan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Times New Roman"/>
              </a:defRPr>
            </a:pPr>
            <a:r>
              <a:t>Tầm nhìn: Nền tảng web hỗ trợ tổ chức thi trắc nghiệm trực tuyến cho quy mô lớp học (~100–500 người).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Times New Roman"/>
              </a:defRPr>
            </a:pPr>
            <a:r>
              <a:t>Mục đích cốt lõi: Số hóa quy trình kiểm tra — giảm in ấn, chấm thủ công, khó kiểm soát thời gian.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Times New Roman"/>
              </a:defRPr>
            </a:pPr>
            <a:r>
              <a:t>Ba vai trò người dùng: Admin · Teacher · Student.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Times New Roman"/>
              </a:defRPr>
            </a:pPr>
            <a:r>
              <a:t>Luồng nghiệp vụ chính: Soạn ngân hàng câu → Tạo &amp; publish đề → Gán học sinh → Làm bài online → Chấm điểm tự động.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Times New Roman"/>
              </a:defRPr>
            </a:pPr>
            <a:r>
              <a:t>Phiên bản v1 hoàn thiện: 81 API tests pass, OpenAPI contract, UI tiếng Anh.</a:t>
            </a:r>
          </a:p>
        </p:txBody>
      </p:sp>
      <p:pic>
        <p:nvPicPr>
          <p:cNvPr id="6" name="Picture 5" descr="diagram-00-client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0" y="1371601"/>
            <a:ext cx="2647950" cy="4739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Vấn đề &amp; Nhu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In ấn &amp; phân phát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Chi phí cao, khó cập nhật khi có lỗi trong đề thi.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Chấm bài thủ công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Tốn thời gian giáo viên, dễ sai sót với lớp đông.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Kiểm soát thời gian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Khó đảm bảo mọi học sinh nộp bài đúng giờ trong thi giấy.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Nền tảng thương mại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Phức tạp, tốn phí, không phù hợp quy mô một lớp/một môn.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Mục tiêu học tập PMHDV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566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Rèn thiết kế API contract-first, tách FE/BE, bảo mật JWT, kiểm thử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Giải pháp đề xuất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Proposed Solution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789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2060"/>
                          </a:solidFill>
                          <a:latin typeface="Times New Roman"/>
                        </a:defRPr>
                      </a:pPr>
                      <a:r>
                        <a:t>Vấn đề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2060"/>
                          </a:solidFill>
                          <a:latin typeface="Times New Roman"/>
                        </a:defRPr>
                      </a:pPr>
                      <a:r>
                        <a:t>Giải pháp OEX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Tạo &amp; quản lý đề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Teacher CRUD môn/câu/đề, publish, gán trực tiếp học sinh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Làm bài trực tuyến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Student My Exams → Start → Timer + auto-save + auto-submit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Chấm điểm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gradeAttemptInTx: so sánh đáp án, tính điểm ngay khi nộp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Phân quyền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JWT + requireRole(ADMIN|TEACHER|STUDENT), ẩn isCorrect khi 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Vue SPA + Express API + PostgreSQL, Docker local dev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30759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Vue.js 3.5 · Vite 7 · TypeScript · Pinia · Vue Router · Axios · Custom 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Node.js 20 LTS · Express 5 · TypeScript · Prisma 6 · Zod · JWT · bcrypt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6207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PostgreSQL 15 (Docker Compose) · Prisma ORM · Migration + Seed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Dev &amp;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3931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Vitest + Supertest (81 tests) · tsx · dotenv · OpenAPI 3.0.3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IDE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41655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Cursor / VS Code · Git · Docker Desktop · Playwright (screenshots)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0640"/>
            <a:ext cx="20116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21207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19379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REST /api/v1 · CORS · .env config · docs/DEPLOY.md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Tính năng tiêu biểu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03520" cy="50292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1. Quản lý ngân hàng đề (Teacher)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CRUD môn học, câu MCQ một đáp án đúng, độ khó &amp; điểm số.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03520" cy="50292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5331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2. Tạo &amp; gán đề thi (Teacher)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Cấu hình thời gian, publish DRAFT→PUBLISHED, gán học sinh, xem kết quả lớp.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5303520" cy="50292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5935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3. Làm bài online (Student)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Timer đếm ngược, navigator câu hỏi, auto-save 500ms, submit thủ công/tự động.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862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5303520" cy="50292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5935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4. Chấm điểm &amp; bảo mật (System)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Times New Roman"/>
              </a:rPr>
              <a:t>Chấm trong transaction, ẩn đáp án đúng khi IN_PROGRESS, JWT role guard.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System Architecture — Client–Server 3 tầng</a:t>
            </a:r>
          </a:p>
        </p:txBody>
      </p:sp>
      <p:pic>
        <p:nvPicPr>
          <p:cNvPr id="5" name="Picture 4" descr="diagram-00-client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088" y="1132227"/>
            <a:ext cx="3587932" cy="5342742"/>
          </a:xfrm>
          <a:prstGeom prst="rect">
            <a:avLst/>
          </a:prstGeom>
        </p:spPr>
      </p:pic>
      <p:pic>
        <p:nvPicPr>
          <p:cNvPr id="6" name="Picture 5" descr="diagram-01-backend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652" y="1132228"/>
            <a:ext cx="2624462" cy="5371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080" y="1132227"/>
            <a:ext cx="1521376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l"/>
            <a:r>
              <a:rPr dirty="0" err="1"/>
              <a:t>Luồng</a:t>
            </a:r>
            <a:r>
              <a:rPr dirty="0"/>
              <a:t> request: Browser (</a:t>
            </a:r>
            <a:r>
              <a:rPr dirty="0" err="1"/>
              <a:t>Vue</a:t>
            </a:r>
            <a:r>
              <a:rPr dirty="0"/>
              <a:t> 5173) → HTTP/JSON + JWT → Express (3000/</a:t>
            </a:r>
            <a:r>
              <a:rPr dirty="0" err="1"/>
              <a:t>api</a:t>
            </a:r>
            <a:r>
              <a:rPr dirty="0"/>
              <a:t>/v1) → Routes → Middleware → Controllers → Services → </a:t>
            </a:r>
            <a:r>
              <a:rPr dirty="0" err="1"/>
              <a:t>Prisma</a:t>
            </a:r>
            <a:r>
              <a:rPr dirty="0"/>
              <a:t> → PostgreSQL. Frontend: </a:t>
            </a:r>
            <a:r>
              <a:rPr dirty="0" err="1"/>
              <a:t>AppLayout</a:t>
            </a:r>
            <a:r>
              <a:rPr dirty="0"/>
              <a:t> → Router guard → Views → </a:t>
            </a:r>
            <a:r>
              <a:rPr dirty="0" err="1"/>
              <a:t>Pinia</a:t>
            </a:r>
            <a:r>
              <a:rPr dirty="0"/>
              <a:t> + </a:t>
            </a:r>
            <a:r>
              <a:rPr dirty="0" err="1"/>
              <a:t>Axios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Quy trình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Khảo sát &amp; phân tích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184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Actor, phạm vi v1, basic_requirement.md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874519"/>
            <a:ext cx="36576" cy="32004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4883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Thiết kế CSDL &amp;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8716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ERD, Prisma schema, OpenAPI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743200"/>
            <a:ext cx="36576" cy="32004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3–6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17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3558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Auth, CRUD, attempt, grading — 81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611880"/>
            <a:ext cx="36576" cy="32004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86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2245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18 views, 3 role, exam taking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480560"/>
            <a:ext cx="36576" cy="32004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70916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1888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7–9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7548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Kiểm thử &amp; tích hợp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09320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Vitest, E2E smoke, manual checklist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5349240"/>
            <a:ext cx="36576" cy="320040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577840"/>
            <a:ext cx="13716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6875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Tuần 9–10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6235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Times New Roman"/>
              </a:rPr>
              <a:t>Triển khai &amp; tài liệu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9618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Times New Roman"/>
              </a:rPr>
              <a:t>Docker, seed, DEPLOY.md, báo cáo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Đăng nhập &amp; Dashboard</a:t>
            </a:r>
          </a:p>
        </p:txBody>
      </p:sp>
      <p:pic>
        <p:nvPicPr>
          <p:cNvPr id="5" name="Picture 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577840" cy="3136004"/>
          </a:xfrm>
          <a:prstGeom prst="rect">
            <a:avLst/>
          </a:prstGeom>
        </p:spPr>
      </p:pic>
      <p:pic>
        <p:nvPicPr>
          <p:cNvPr id="6" name="Picture 5" descr="02-dashboard-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136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Split layout login · Dashboard thống kê môn/đề cho Teacher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Quản lý môn &amp; câu hỏi</a:t>
            </a:r>
          </a:p>
        </p:txBody>
      </p:sp>
      <p:pic>
        <p:nvPicPr>
          <p:cNvPr id="5" name="Picture 4" descr="03-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577840" cy="3136004"/>
          </a:xfrm>
          <a:prstGeom prst="rect">
            <a:avLst/>
          </a:prstGeom>
        </p:spPr>
      </p:pic>
      <p:pic>
        <p:nvPicPr>
          <p:cNvPr id="6" name="Picture 5" descr="04-question-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952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CRUD môn học · Ngân hàng câu MCQ với filter độ khó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Soạn câu hỏi &amp; Đề thi</a:t>
            </a:r>
          </a:p>
        </p:txBody>
      </p:sp>
      <p:pic>
        <p:nvPicPr>
          <p:cNvPr id="5" name="Picture 4" descr="05-ques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577840" cy="4663172"/>
          </a:xfrm>
          <a:prstGeom prst="rect">
            <a:avLst/>
          </a:prstGeom>
        </p:spPr>
      </p:pic>
      <p:pic>
        <p:nvPicPr>
          <p:cNvPr id="6" name="Picture 5" descr="07-exam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687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Form MCQ A/B/C/D · Exam detail: settings, questions, assign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Kết quả &amp; Admin</a:t>
            </a:r>
          </a:p>
        </p:txBody>
      </p:sp>
      <p:pic>
        <p:nvPicPr>
          <p:cNvPr id="5" name="Picture 4" descr="08-exam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79"/>
            <a:ext cx="6379030" cy="4438153"/>
          </a:xfrm>
          <a:prstGeom prst="rect">
            <a:avLst/>
          </a:prstGeom>
        </p:spPr>
      </p:pic>
      <p:pic>
        <p:nvPicPr>
          <p:cNvPr id="6" name="Picture 5" descr="10-user-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972" y="1097280"/>
            <a:ext cx="4712788" cy="4438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Teacher xem điểm lớp · Admin CRUD user Teacher/Student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Luồng học sinh</a:t>
            </a:r>
          </a:p>
        </p:txBody>
      </p:sp>
      <p:pic>
        <p:nvPicPr>
          <p:cNvPr id="5" name="Picture 4" descr="11-my-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577840" cy="3136004"/>
          </a:xfrm>
          <a:prstGeom prst="rect">
            <a:avLst/>
          </a:prstGeom>
        </p:spPr>
      </p:pic>
      <p:pic>
        <p:nvPicPr>
          <p:cNvPr id="6" name="Picture 5" descr="12-take-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136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My Exams · Take Exam: timer, progress bar, question navigator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Trình diễn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UI/UX Showcase — Kết quả học sinh</a:t>
            </a:r>
          </a:p>
        </p:txBody>
      </p:sp>
      <p:pic>
        <p:nvPicPr>
          <p:cNvPr id="5" name="Picture 4" descr="13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577840" cy="4303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Điểm tổng + review từng câu sau khi nộp bài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Kết quả &amp; Định hướng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Times New Roman"/>
              </a:rPr>
              <a:t>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/>
              </a:rPr>
              <a:t>Đã đạt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Luồng v1 end-to-end: user → question → exam → attempt → grade → result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81 API tests pass · E2E smoke · manual checklist 40+ case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JWT + bcrypt + role guard · ẩn đáp án khi thi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OpenAPI contract · Docker · seed data demo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UI đầy đủ 3 role · timer, auto-save, auto-submit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44133"/>
                </a:solidFill>
                <a:latin typeface="Times New Roman"/>
              </a:rPr>
              <a:t>Hướng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Cao: Module lớp học · Import Excel câu hỏi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Trung bình: Xáo trộn câu/đáp án · câu hỏi hình ảnh · biểu đồ thống kê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Thấp: Playwright UI E2E · i18n Việt/Anh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Times New Roman"/>
              </a:defRPr>
            </a:pPr>
            <a:r>
              <a:t>Dài hạn: Tách microservices khi scale lớn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Cảm ơn thầy và các bạn đã lắng nghe!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BBCCEE"/>
                </a:solidFill>
                <a:latin typeface="Times New Roman"/>
              </a:rPr>
              <a:t>Q &amp; A — Hỏi đáp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Hồ Tiến Huy  ·  K23DTCN138  ·  Lớp DTCXN02-K
Đề tài: OEX — Online Examination System
Demo: http://localhost:5173  ·  API: http://localhost:3000/api/v1
Tài khoản: teacher@oex.test / student2@oex.test  ·  Password123!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1021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Huy. Ho Tien [Dev]</cp:lastModifiedBy>
  <cp:revision>3</cp:revision>
  <dcterms:created xsi:type="dcterms:W3CDTF">2013-01-27T09:14:16Z</dcterms:created>
  <dcterms:modified xsi:type="dcterms:W3CDTF">2026-06-24T04:33:07Z</dcterms:modified>
  <cp:category/>
</cp:coreProperties>
</file>